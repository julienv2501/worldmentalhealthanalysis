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5" r:id="rId12"/>
    <p:sldId id="264" r:id="rId13"/>
    <p:sldId id="266" r:id="rId14"/>
    <p:sldId id="269" r:id="rId15"/>
    <p:sldId id="263" r:id="rId16"/>
    <p:sldId id="267" r:id="rId17"/>
    <p:sldId id="268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CD4C60-E74B-481B-AEFA-F39989F578FE}" v="52" dt="2025-12-18T22:04:53.894"/>
    <p1510:client id="{8C5278A0-3B99-452C-A0E4-CC6538479BB1}" v="1" dt="2025-12-19T07:13:24.848"/>
    <p1510:client id="{BA7EA29D-6B7F-4D81-BCE2-B254223880DE}" v="82" dt="2025-12-18T16:59:21.0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thelet Thibault" userId="S::thibault.barthele@hes-so.ch::782e16ff-562d-4777-94d0-61621ba7bf8e" providerId="AD" clId="Web-{604D3CEB-6978-4165-A947-69489546C69F}"/>
    <pc:docChg chg="addSld delSld modSld sldOrd">
      <pc:chgData name="Barthelet Thibault" userId="S::thibault.barthele@hes-so.ch::782e16ff-562d-4777-94d0-61621ba7bf8e" providerId="AD" clId="Web-{604D3CEB-6978-4165-A947-69489546C69F}" dt="2025-12-17T18:39:13.674" v="306" actId="20577"/>
      <pc:docMkLst>
        <pc:docMk/>
      </pc:docMkLst>
      <pc:sldChg chg="ord">
        <pc:chgData name="Barthelet Thibault" userId="S::thibault.barthele@hes-so.ch::782e16ff-562d-4777-94d0-61621ba7bf8e" providerId="AD" clId="Web-{604D3CEB-6978-4165-A947-69489546C69F}" dt="2025-12-17T17:36:12.742" v="3"/>
        <pc:sldMkLst>
          <pc:docMk/>
          <pc:sldMk cId="3172802465" sldId="262"/>
        </pc:sldMkLst>
      </pc:sldChg>
      <pc:sldChg chg="modSp">
        <pc:chgData name="Barthelet Thibault" userId="S::thibault.barthele@hes-so.ch::782e16ff-562d-4777-94d0-61621ba7bf8e" providerId="AD" clId="Web-{604D3CEB-6978-4165-A947-69489546C69F}" dt="2025-12-17T18:38:18.845" v="253" actId="20577"/>
        <pc:sldMkLst>
          <pc:docMk/>
          <pc:sldMk cId="3139538220" sldId="263"/>
        </pc:sldMkLst>
        <pc:spChg chg="mod">
          <ac:chgData name="Barthelet Thibault" userId="S::thibault.barthele@hes-so.ch::782e16ff-562d-4777-94d0-61621ba7bf8e" providerId="AD" clId="Web-{604D3CEB-6978-4165-A947-69489546C69F}" dt="2025-12-17T18:38:18.845" v="253" actId="20577"/>
          <ac:spMkLst>
            <pc:docMk/>
            <pc:sldMk cId="3139538220" sldId="263"/>
            <ac:spMk id="3" creationId="{AC4353D8-9D9B-F552-4899-7CB0DD6A14B1}"/>
          </ac:spMkLst>
        </pc:spChg>
      </pc:sldChg>
      <pc:sldChg chg="modSp">
        <pc:chgData name="Barthelet Thibault" userId="S::thibault.barthele@hes-so.ch::782e16ff-562d-4777-94d0-61621ba7bf8e" providerId="AD" clId="Web-{604D3CEB-6978-4165-A947-69489546C69F}" dt="2025-12-17T18:39:13.674" v="306" actId="20577"/>
        <pc:sldMkLst>
          <pc:docMk/>
          <pc:sldMk cId="1206192618" sldId="264"/>
        </pc:sldMkLst>
        <pc:spChg chg="mod">
          <ac:chgData name="Barthelet Thibault" userId="S::thibault.barthele@hes-so.ch::782e16ff-562d-4777-94d0-61621ba7bf8e" providerId="AD" clId="Web-{604D3CEB-6978-4165-A947-69489546C69F}" dt="2025-12-17T18:39:13.674" v="306" actId="20577"/>
          <ac:spMkLst>
            <pc:docMk/>
            <pc:sldMk cId="1206192618" sldId="264"/>
            <ac:spMk id="3" creationId="{3D7C9689-1ED9-012F-112B-FFE6436FB2BF}"/>
          </ac:spMkLst>
        </pc:spChg>
      </pc:sldChg>
      <pc:sldChg chg="ord">
        <pc:chgData name="Barthelet Thibault" userId="S::thibault.barthele@hes-so.ch::782e16ff-562d-4777-94d0-61621ba7bf8e" providerId="AD" clId="Web-{604D3CEB-6978-4165-A947-69489546C69F}" dt="2025-12-17T18:31:19.183" v="139"/>
        <pc:sldMkLst>
          <pc:docMk/>
          <pc:sldMk cId="1722544748" sldId="266"/>
        </pc:sldMkLst>
      </pc:sldChg>
      <pc:sldChg chg="add replId">
        <pc:chgData name="Barthelet Thibault" userId="S::thibault.barthele@hes-so.ch::782e16ff-562d-4777-94d0-61621ba7bf8e" providerId="AD" clId="Web-{604D3CEB-6978-4165-A947-69489546C69F}" dt="2025-12-17T17:36:54.007" v="8"/>
        <pc:sldMkLst>
          <pc:docMk/>
          <pc:sldMk cId="3384566224" sldId="269"/>
        </pc:sldMkLst>
      </pc:sldChg>
      <pc:sldChg chg="new del">
        <pc:chgData name="Barthelet Thibault" userId="S::thibault.barthele@hes-so.ch::782e16ff-562d-4777-94d0-61621ba7bf8e" providerId="AD" clId="Web-{604D3CEB-6978-4165-A947-69489546C69F}" dt="2025-12-17T17:36:50.836" v="7"/>
        <pc:sldMkLst>
          <pc:docMk/>
          <pc:sldMk cId="3708525910" sldId="269"/>
        </pc:sldMkLst>
      </pc:sldChg>
      <pc:sldChg chg="new del">
        <pc:chgData name="Barthelet Thibault" userId="S::thibault.barthele@hes-so.ch::782e16ff-562d-4777-94d0-61621ba7bf8e" providerId="AD" clId="Web-{604D3CEB-6978-4165-A947-69489546C69F}" dt="2025-12-17T17:36:50.836" v="6"/>
        <pc:sldMkLst>
          <pc:docMk/>
          <pc:sldMk cId="3310425706" sldId="270"/>
        </pc:sldMkLst>
      </pc:sldChg>
    </pc:docChg>
  </pc:docChgLst>
  <pc:docChgLst>
    <pc:chgData name="Barthelet Thibault" userId="S::thibault.barthele@hes-so.ch::782e16ff-562d-4777-94d0-61621ba7bf8e" providerId="AD" clId="Web-{21532122-D1E9-4D6D-86A2-33C8AFD971AA}"/>
    <pc:docChg chg="modSld">
      <pc:chgData name="Barthelet Thibault" userId="S::thibault.barthele@hes-so.ch::782e16ff-562d-4777-94d0-61621ba7bf8e" providerId="AD" clId="Web-{21532122-D1E9-4D6D-86A2-33C8AFD971AA}" dt="2025-12-17T19:52:04.296" v="83"/>
      <pc:docMkLst>
        <pc:docMk/>
      </pc:docMkLst>
      <pc:sldChg chg="modSp">
        <pc:chgData name="Barthelet Thibault" userId="S::thibault.barthele@hes-so.ch::782e16ff-562d-4777-94d0-61621ba7bf8e" providerId="AD" clId="Web-{21532122-D1E9-4D6D-86A2-33C8AFD971AA}" dt="2025-12-17T19:40:48.099" v="34" actId="20577"/>
        <pc:sldMkLst>
          <pc:docMk/>
          <pc:sldMk cId="1206192618" sldId="264"/>
        </pc:sldMkLst>
        <pc:spChg chg="mod">
          <ac:chgData name="Barthelet Thibault" userId="S::thibault.barthele@hes-so.ch::782e16ff-562d-4777-94d0-61621ba7bf8e" providerId="AD" clId="Web-{21532122-D1E9-4D6D-86A2-33C8AFD971AA}" dt="2025-12-17T19:40:33.833" v="29" actId="20577"/>
          <ac:spMkLst>
            <pc:docMk/>
            <pc:sldMk cId="1206192618" sldId="264"/>
            <ac:spMk id="2" creationId="{62F7B0A2-2E70-76D0-0741-30351E695D01}"/>
          </ac:spMkLst>
        </pc:spChg>
        <pc:spChg chg="mod">
          <ac:chgData name="Barthelet Thibault" userId="S::thibault.barthele@hes-so.ch::782e16ff-562d-4777-94d0-61621ba7bf8e" providerId="AD" clId="Web-{21532122-D1E9-4D6D-86A2-33C8AFD971AA}" dt="2025-12-17T19:40:48.099" v="34" actId="20577"/>
          <ac:spMkLst>
            <pc:docMk/>
            <pc:sldMk cId="1206192618" sldId="264"/>
            <ac:spMk id="3" creationId="{3D7C9689-1ED9-012F-112B-FFE6436FB2BF}"/>
          </ac:spMkLst>
        </pc:spChg>
      </pc:sldChg>
      <pc:sldChg chg="modNotes">
        <pc:chgData name="Barthelet Thibault" userId="S::thibault.barthele@hes-so.ch::782e16ff-562d-4777-94d0-61621ba7bf8e" providerId="AD" clId="Web-{21532122-D1E9-4D6D-86A2-33C8AFD971AA}" dt="2025-12-17T19:52:04.296" v="83"/>
        <pc:sldMkLst>
          <pc:docMk/>
          <pc:sldMk cId="862275147" sldId="265"/>
        </pc:sldMkLst>
      </pc:sldChg>
      <pc:sldChg chg="modSp">
        <pc:chgData name="Barthelet Thibault" userId="S::thibault.barthele@hes-so.ch::782e16ff-562d-4777-94d0-61621ba7bf8e" providerId="AD" clId="Web-{21532122-D1E9-4D6D-86A2-33C8AFD971AA}" dt="2025-12-17T19:41:39.943" v="49" actId="20577"/>
        <pc:sldMkLst>
          <pc:docMk/>
          <pc:sldMk cId="1722544748" sldId="266"/>
        </pc:sldMkLst>
        <pc:spChg chg="mod">
          <ac:chgData name="Barthelet Thibault" userId="S::thibault.barthele@hes-so.ch::782e16ff-562d-4777-94d0-61621ba7bf8e" providerId="AD" clId="Web-{21532122-D1E9-4D6D-86A2-33C8AFD971AA}" dt="2025-12-17T19:41:39.943" v="49" actId="20577"/>
          <ac:spMkLst>
            <pc:docMk/>
            <pc:sldMk cId="1722544748" sldId="266"/>
            <ac:spMk id="2" creationId="{A56D160D-2189-0E91-9BA1-D0333B3451B1}"/>
          </ac:spMkLst>
        </pc:spChg>
      </pc:sldChg>
    </pc:docChg>
  </pc:docChgLst>
  <pc:docChgLst>
    <pc:chgData name="Cerviño Milán" userId="19c38dd3-1973-4776-ab5a-f46c22334263" providerId="ADAL" clId="{0EBD4635-BC9F-42DB-B293-09FD337F5BFF}"/>
    <pc:docChg chg="undo custSel addSld delSld modSld sldOrd">
      <pc:chgData name="Cerviño Milán" userId="19c38dd3-1973-4776-ab5a-f46c22334263" providerId="ADAL" clId="{0EBD4635-BC9F-42DB-B293-09FD337F5BFF}" dt="2025-12-18T22:06:47.586" v="230" actId="14"/>
      <pc:docMkLst>
        <pc:docMk/>
      </pc:docMkLst>
      <pc:sldChg chg="modSp mod">
        <pc:chgData name="Cerviño Milán" userId="19c38dd3-1973-4776-ab5a-f46c22334263" providerId="ADAL" clId="{0EBD4635-BC9F-42DB-B293-09FD337F5BFF}" dt="2025-12-18T19:28:42.369" v="186" actId="20577"/>
        <pc:sldMkLst>
          <pc:docMk/>
          <pc:sldMk cId="3108288573" sldId="256"/>
        </pc:sldMkLst>
        <pc:spChg chg="mod">
          <ac:chgData name="Cerviño Milán" userId="19c38dd3-1973-4776-ab5a-f46c22334263" providerId="ADAL" clId="{0EBD4635-BC9F-42DB-B293-09FD337F5BFF}" dt="2025-12-18T19:28:42.369" v="186" actId="20577"/>
          <ac:spMkLst>
            <pc:docMk/>
            <pc:sldMk cId="3108288573" sldId="256"/>
            <ac:spMk id="3" creationId="{406EF4FC-A424-1DE4-4930-B82EE8F0B347}"/>
          </ac:spMkLst>
        </pc:spChg>
      </pc:sldChg>
      <pc:sldChg chg="modSp mod">
        <pc:chgData name="Cerviño Milán" userId="19c38dd3-1973-4776-ab5a-f46c22334263" providerId="ADAL" clId="{0EBD4635-BC9F-42DB-B293-09FD337F5BFF}" dt="2025-12-18T22:04:55.300" v="227" actId="20577"/>
        <pc:sldMkLst>
          <pc:docMk/>
          <pc:sldMk cId="3184234311" sldId="257"/>
        </pc:sldMkLst>
        <pc:spChg chg="mod">
          <ac:chgData name="Cerviño Milán" userId="19c38dd3-1973-4776-ab5a-f46c22334263" providerId="ADAL" clId="{0EBD4635-BC9F-42DB-B293-09FD337F5BFF}" dt="2025-12-18T22:04:55.300" v="227" actId="20577"/>
          <ac:spMkLst>
            <pc:docMk/>
            <pc:sldMk cId="3184234311" sldId="257"/>
            <ac:spMk id="3" creationId="{FC59C6F7-3F00-0936-E526-66D6A9E05A44}"/>
          </ac:spMkLst>
        </pc:spChg>
      </pc:sldChg>
      <pc:sldChg chg="modSp mod">
        <pc:chgData name="Cerviño Milán" userId="19c38dd3-1973-4776-ab5a-f46c22334263" providerId="ADAL" clId="{0EBD4635-BC9F-42DB-B293-09FD337F5BFF}" dt="2025-12-18T21:23:50.477" v="215" actId="20577"/>
        <pc:sldMkLst>
          <pc:docMk/>
          <pc:sldMk cId="2538396605" sldId="258"/>
        </pc:sldMkLst>
        <pc:spChg chg="mod">
          <ac:chgData name="Cerviño Milán" userId="19c38dd3-1973-4776-ab5a-f46c22334263" providerId="ADAL" clId="{0EBD4635-BC9F-42DB-B293-09FD337F5BFF}" dt="2025-12-18T21:23:50.477" v="215" actId="20577"/>
          <ac:spMkLst>
            <pc:docMk/>
            <pc:sldMk cId="2538396605" sldId="258"/>
            <ac:spMk id="3" creationId="{A5945CE1-19DC-C97C-1C26-20CDFF695F53}"/>
          </ac:spMkLst>
        </pc:spChg>
      </pc:sldChg>
      <pc:sldChg chg="modSp mod">
        <pc:chgData name="Cerviño Milán" userId="19c38dd3-1973-4776-ab5a-f46c22334263" providerId="ADAL" clId="{0EBD4635-BC9F-42DB-B293-09FD337F5BFF}" dt="2025-12-18T22:06:47.586" v="230" actId="14"/>
        <pc:sldMkLst>
          <pc:docMk/>
          <pc:sldMk cId="450611232" sldId="259"/>
        </pc:sldMkLst>
        <pc:spChg chg="mod">
          <ac:chgData name="Cerviño Milán" userId="19c38dd3-1973-4776-ab5a-f46c22334263" providerId="ADAL" clId="{0EBD4635-BC9F-42DB-B293-09FD337F5BFF}" dt="2025-12-18T22:06:47.586" v="230" actId="14"/>
          <ac:spMkLst>
            <pc:docMk/>
            <pc:sldMk cId="450611232" sldId="259"/>
            <ac:spMk id="3" creationId="{5B6C6E80-29D1-F66D-DCB2-210CBC97217F}"/>
          </ac:spMkLst>
        </pc:spChg>
      </pc:sldChg>
      <pc:sldChg chg="modSp mod">
        <pc:chgData name="Cerviño Milán" userId="19c38dd3-1973-4776-ab5a-f46c22334263" providerId="ADAL" clId="{0EBD4635-BC9F-42DB-B293-09FD337F5BFF}" dt="2025-12-18T20:51:07.284" v="214" actId="20577"/>
        <pc:sldMkLst>
          <pc:docMk/>
          <pc:sldMk cId="2813892089" sldId="260"/>
        </pc:sldMkLst>
        <pc:spChg chg="mod">
          <ac:chgData name="Cerviño Milán" userId="19c38dd3-1973-4776-ab5a-f46c22334263" providerId="ADAL" clId="{0EBD4635-BC9F-42DB-B293-09FD337F5BFF}" dt="2025-12-18T20:51:07.284" v="214" actId="20577"/>
          <ac:spMkLst>
            <pc:docMk/>
            <pc:sldMk cId="2813892089" sldId="260"/>
            <ac:spMk id="3" creationId="{3E1F686A-BDAA-C92A-C44C-F5D9B701194C}"/>
          </ac:spMkLst>
        </pc:spChg>
      </pc:sldChg>
      <pc:sldChg chg="modSp mod">
        <pc:chgData name="Cerviño Milán" userId="19c38dd3-1973-4776-ab5a-f46c22334263" providerId="ADAL" clId="{0EBD4635-BC9F-42DB-B293-09FD337F5BFF}" dt="2025-12-18T19:46:42.885" v="200" actId="403"/>
        <pc:sldMkLst>
          <pc:docMk/>
          <pc:sldMk cId="3172802465" sldId="262"/>
        </pc:sldMkLst>
        <pc:spChg chg="mod">
          <ac:chgData name="Cerviño Milán" userId="19c38dd3-1973-4776-ab5a-f46c22334263" providerId="ADAL" clId="{0EBD4635-BC9F-42DB-B293-09FD337F5BFF}" dt="2025-12-18T19:46:42.885" v="200" actId="403"/>
          <ac:spMkLst>
            <pc:docMk/>
            <pc:sldMk cId="3172802465" sldId="262"/>
            <ac:spMk id="3" creationId="{566061A0-3332-F14F-731E-47885B546D9F}"/>
          </ac:spMkLst>
        </pc:spChg>
      </pc:sldChg>
      <pc:sldChg chg="modSp mod">
        <pc:chgData name="Cerviño Milán" userId="19c38dd3-1973-4776-ab5a-f46c22334263" providerId="ADAL" clId="{0EBD4635-BC9F-42DB-B293-09FD337F5BFF}" dt="2025-12-17T19:44:21.225" v="179" actId="14"/>
        <pc:sldMkLst>
          <pc:docMk/>
          <pc:sldMk cId="3139538220" sldId="263"/>
        </pc:sldMkLst>
        <pc:spChg chg="mod">
          <ac:chgData name="Cerviño Milán" userId="19c38dd3-1973-4776-ab5a-f46c22334263" providerId="ADAL" clId="{0EBD4635-BC9F-42DB-B293-09FD337F5BFF}" dt="2025-12-17T19:44:21.225" v="179" actId="14"/>
          <ac:spMkLst>
            <pc:docMk/>
            <pc:sldMk cId="3139538220" sldId="263"/>
            <ac:spMk id="3" creationId="{AC4353D8-9D9B-F552-4899-7CB0DD6A14B1}"/>
          </ac:spMkLst>
        </pc:spChg>
      </pc:sldChg>
      <pc:sldChg chg="modSp mod">
        <pc:chgData name="Cerviño Milán" userId="19c38dd3-1973-4776-ab5a-f46c22334263" providerId="ADAL" clId="{0EBD4635-BC9F-42DB-B293-09FD337F5BFF}" dt="2025-12-17T10:08:17.983" v="121" actId="404"/>
        <pc:sldMkLst>
          <pc:docMk/>
          <pc:sldMk cId="1206192618" sldId="264"/>
        </pc:sldMkLst>
        <pc:spChg chg="mod">
          <ac:chgData name="Cerviño Milán" userId="19c38dd3-1973-4776-ab5a-f46c22334263" providerId="ADAL" clId="{0EBD4635-BC9F-42DB-B293-09FD337F5BFF}" dt="2025-12-17T10:08:17.983" v="121" actId="404"/>
          <ac:spMkLst>
            <pc:docMk/>
            <pc:sldMk cId="1206192618" sldId="264"/>
            <ac:spMk id="3" creationId="{3D7C9689-1ED9-012F-112B-FFE6436FB2BF}"/>
          </ac:spMkLst>
        </pc:spChg>
      </pc:sldChg>
      <pc:sldChg chg="addSp modSp new mod setBg">
        <pc:chgData name="Cerviño Milán" userId="19c38dd3-1973-4776-ab5a-f46c22334263" providerId="ADAL" clId="{0EBD4635-BC9F-42DB-B293-09FD337F5BFF}" dt="2025-12-17T09:32:05.109" v="57" actId="26606"/>
        <pc:sldMkLst>
          <pc:docMk/>
          <pc:sldMk cId="3680138466" sldId="267"/>
        </pc:sldMkLst>
        <pc:spChg chg="mod">
          <ac:chgData name="Cerviño Milán" userId="19c38dd3-1973-4776-ab5a-f46c22334263" providerId="ADAL" clId="{0EBD4635-BC9F-42DB-B293-09FD337F5BFF}" dt="2025-12-17T09:32:05.109" v="57" actId="26606"/>
          <ac:spMkLst>
            <pc:docMk/>
            <pc:sldMk cId="3680138466" sldId="267"/>
            <ac:spMk id="2" creationId="{645B8FD5-AAFA-5802-21A0-034D37450636}"/>
          </ac:spMkLst>
        </pc:spChg>
        <pc:spChg chg="mod">
          <ac:chgData name="Cerviño Milán" userId="19c38dd3-1973-4776-ab5a-f46c22334263" providerId="ADAL" clId="{0EBD4635-BC9F-42DB-B293-09FD337F5BFF}" dt="2025-12-17T09:32:05.109" v="57" actId="26606"/>
          <ac:spMkLst>
            <pc:docMk/>
            <pc:sldMk cId="3680138466" sldId="267"/>
            <ac:spMk id="3" creationId="{435E997D-2CFD-098F-64AD-D7E891B3A605}"/>
          </ac:spMkLst>
        </pc:spChg>
        <pc:spChg chg="mod">
          <ac:chgData name="Cerviño Milán" userId="19c38dd3-1973-4776-ab5a-f46c22334263" providerId="ADAL" clId="{0EBD4635-BC9F-42DB-B293-09FD337F5BFF}" dt="2025-12-17T09:32:05.109" v="57" actId="26606"/>
          <ac:spMkLst>
            <pc:docMk/>
            <pc:sldMk cId="3680138466" sldId="267"/>
            <ac:spMk id="4" creationId="{F3CD3DAE-EFAF-030C-FE14-CAC0879DE2B9}"/>
          </ac:spMkLst>
        </pc:spChg>
        <pc:spChg chg="mod">
          <ac:chgData name="Cerviño Milán" userId="19c38dd3-1973-4776-ab5a-f46c22334263" providerId="ADAL" clId="{0EBD4635-BC9F-42DB-B293-09FD337F5BFF}" dt="2025-12-17T09:32:05.109" v="57" actId="26606"/>
          <ac:spMkLst>
            <pc:docMk/>
            <pc:sldMk cId="3680138466" sldId="267"/>
            <ac:spMk id="5" creationId="{76CA7574-08EE-913D-D58B-1CF3CEE6C0C4}"/>
          </ac:spMkLst>
        </pc:spChg>
        <pc:spChg chg="add">
          <ac:chgData name="Cerviño Milán" userId="19c38dd3-1973-4776-ab5a-f46c22334263" providerId="ADAL" clId="{0EBD4635-BC9F-42DB-B293-09FD337F5BFF}" dt="2025-12-17T09:32:05.109" v="57" actId="26606"/>
          <ac:spMkLst>
            <pc:docMk/>
            <pc:sldMk cId="3680138466" sldId="267"/>
            <ac:spMk id="10" creationId="{1B15ED52-F352-441B-82BF-E0EA34836D08}"/>
          </ac:spMkLst>
        </pc:spChg>
        <pc:spChg chg="add">
          <ac:chgData name="Cerviño Milán" userId="19c38dd3-1973-4776-ab5a-f46c22334263" providerId="ADAL" clId="{0EBD4635-BC9F-42DB-B293-09FD337F5BFF}" dt="2025-12-17T09:32:05.109" v="57" actId="26606"/>
          <ac:spMkLst>
            <pc:docMk/>
            <pc:sldMk cId="3680138466" sldId="267"/>
            <ac:spMk id="12" creationId="{3B2E3793-BFE6-45A2-9B7B-E18844431C99}"/>
          </ac:spMkLst>
        </pc:spChg>
        <pc:spChg chg="add">
          <ac:chgData name="Cerviño Milán" userId="19c38dd3-1973-4776-ab5a-f46c22334263" providerId="ADAL" clId="{0EBD4635-BC9F-42DB-B293-09FD337F5BFF}" dt="2025-12-17T09:32:05.109" v="57" actId="26606"/>
          <ac:spMkLst>
            <pc:docMk/>
            <pc:sldMk cId="3680138466" sldId="267"/>
            <ac:spMk id="14" creationId="{BC4C4868-CB8F-4AF9-9CDB-8108F2C19B67}"/>
          </ac:spMkLst>
        </pc:spChg>
        <pc:spChg chg="add">
          <ac:chgData name="Cerviño Milán" userId="19c38dd3-1973-4776-ab5a-f46c22334263" providerId="ADAL" clId="{0EBD4635-BC9F-42DB-B293-09FD337F5BFF}" dt="2025-12-17T09:32:05.109" v="57" actId="26606"/>
          <ac:spMkLst>
            <pc:docMk/>
            <pc:sldMk cId="3680138466" sldId="267"/>
            <ac:spMk id="16" creationId="{375E0459-6403-40CD-989D-56A4407CA12E}"/>
          </ac:spMkLst>
        </pc:spChg>
        <pc:spChg chg="add">
          <ac:chgData name="Cerviño Milán" userId="19c38dd3-1973-4776-ab5a-f46c22334263" providerId="ADAL" clId="{0EBD4635-BC9F-42DB-B293-09FD337F5BFF}" dt="2025-12-17T09:32:05.109" v="57" actId="26606"/>
          <ac:spMkLst>
            <pc:docMk/>
            <pc:sldMk cId="3680138466" sldId="267"/>
            <ac:spMk id="18" creationId="{53E5B1A8-3AC9-4BD1-9BBC-78CA94F2D1BA}"/>
          </ac:spMkLst>
        </pc:spChg>
      </pc:sldChg>
      <pc:sldChg chg="modSp add mod ord">
        <pc:chgData name="Cerviño Milán" userId="19c38dd3-1973-4776-ab5a-f46c22334263" providerId="ADAL" clId="{0EBD4635-BC9F-42DB-B293-09FD337F5BFF}" dt="2025-12-17T09:32:46.038" v="76" actId="20577"/>
        <pc:sldMkLst>
          <pc:docMk/>
          <pc:sldMk cId="3171351371" sldId="268"/>
        </pc:sldMkLst>
        <pc:spChg chg="mod">
          <ac:chgData name="Cerviño Milán" userId="19c38dd3-1973-4776-ab5a-f46c22334263" providerId="ADAL" clId="{0EBD4635-BC9F-42DB-B293-09FD337F5BFF}" dt="2025-12-17T09:32:46.038" v="76" actId="20577"/>
          <ac:spMkLst>
            <pc:docMk/>
            <pc:sldMk cId="3171351371" sldId="268"/>
            <ac:spMk id="4" creationId="{6BE40664-B4C6-1F96-2B1E-89841188AF3D}"/>
          </ac:spMkLst>
        </pc:spChg>
      </pc:sldChg>
      <pc:sldChg chg="new del">
        <pc:chgData name="Cerviño Milán" userId="19c38dd3-1973-4776-ab5a-f46c22334263" providerId="ADAL" clId="{0EBD4635-BC9F-42DB-B293-09FD337F5BFF}" dt="2025-12-17T09:32:32.466" v="61" actId="47"/>
        <pc:sldMkLst>
          <pc:docMk/>
          <pc:sldMk cId="4169263867" sldId="268"/>
        </pc:sldMkLst>
      </pc:sldChg>
      <pc:sldChg chg="delSp add del setBg delDesignElem">
        <pc:chgData name="Cerviño Milán" userId="19c38dd3-1973-4776-ab5a-f46c22334263" providerId="ADAL" clId="{0EBD4635-BC9F-42DB-B293-09FD337F5BFF}" dt="2025-12-17T09:32:34.350" v="62" actId="47"/>
        <pc:sldMkLst>
          <pc:docMk/>
          <pc:sldMk cId="429457574" sldId="269"/>
        </pc:sldMkLst>
        <pc:spChg chg="del">
          <ac:chgData name="Cerviño Milán" userId="19c38dd3-1973-4776-ab5a-f46c22334263" providerId="ADAL" clId="{0EBD4635-BC9F-42DB-B293-09FD337F5BFF}" dt="2025-12-17T09:32:30.444" v="60"/>
          <ac:spMkLst>
            <pc:docMk/>
            <pc:sldMk cId="429457574" sldId="269"/>
            <ac:spMk id="12" creationId="{49B18817-695E-B03C-1E1D-88AD610DDC12}"/>
          </ac:spMkLst>
        </pc:spChg>
        <pc:spChg chg="del">
          <ac:chgData name="Cerviño Milán" userId="19c38dd3-1973-4776-ab5a-f46c22334263" providerId="ADAL" clId="{0EBD4635-BC9F-42DB-B293-09FD337F5BFF}" dt="2025-12-17T09:32:30.444" v="60"/>
          <ac:spMkLst>
            <pc:docMk/>
            <pc:sldMk cId="429457574" sldId="269"/>
            <ac:spMk id="14" creationId="{64D875C2-1624-A545-F7D8-D76D5FE61BF3}"/>
          </ac:spMkLst>
        </pc:spChg>
        <pc:spChg chg="del">
          <ac:chgData name="Cerviño Milán" userId="19c38dd3-1973-4776-ab5a-f46c22334263" providerId="ADAL" clId="{0EBD4635-BC9F-42DB-B293-09FD337F5BFF}" dt="2025-12-17T09:32:30.444" v="60"/>
          <ac:spMkLst>
            <pc:docMk/>
            <pc:sldMk cId="429457574" sldId="269"/>
            <ac:spMk id="16" creationId="{4182B7C2-8DC0-C528-2CD4-537EFC8A60CB}"/>
          </ac:spMkLst>
        </pc:spChg>
        <pc:spChg chg="del">
          <ac:chgData name="Cerviño Milán" userId="19c38dd3-1973-4776-ab5a-f46c22334263" providerId="ADAL" clId="{0EBD4635-BC9F-42DB-B293-09FD337F5BFF}" dt="2025-12-17T09:32:30.444" v="60"/>
          <ac:spMkLst>
            <pc:docMk/>
            <pc:sldMk cId="429457574" sldId="269"/>
            <ac:spMk id="18" creationId="{79A29B5E-A753-153B-1BF5-DAF90240140B}"/>
          </ac:spMkLst>
        </pc:spChg>
        <pc:spChg chg="del">
          <ac:chgData name="Cerviño Milán" userId="19c38dd3-1973-4776-ab5a-f46c22334263" providerId="ADAL" clId="{0EBD4635-BC9F-42DB-B293-09FD337F5BFF}" dt="2025-12-17T09:32:30.444" v="60"/>
          <ac:spMkLst>
            <pc:docMk/>
            <pc:sldMk cId="429457574" sldId="269"/>
            <ac:spMk id="20" creationId="{C7790BFC-215A-93C3-6330-659ED91929E8}"/>
          </ac:spMkLst>
        </pc:spChg>
        <pc:spChg chg="del">
          <ac:chgData name="Cerviño Milán" userId="19c38dd3-1973-4776-ab5a-f46c22334263" providerId="ADAL" clId="{0EBD4635-BC9F-42DB-B293-09FD337F5BFF}" dt="2025-12-17T09:32:30.444" v="60"/>
          <ac:spMkLst>
            <pc:docMk/>
            <pc:sldMk cId="429457574" sldId="269"/>
            <ac:spMk id="22" creationId="{F9387074-1CC5-3B8E-A894-06BF1BB7EC70}"/>
          </ac:spMkLst>
        </pc:spChg>
      </pc:sldChg>
    </pc:docChg>
  </pc:docChgLst>
  <pc:docChgLst>
    <pc:chgData name="Barthelet Thibault" userId="S::thibault.barthele@hes-so.ch::782e16ff-562d-4777-94d0-61621ba7bf8e" providerId="AD" clId="Web-{0CC052F7-9AB8-44B8-B097-69F00EDD0510}"/>
    <pc:docChg chg="addSld modSld">
      <pc:chgData name="Barthelet Thibault" userId="S::thibault.barthele@hes-so.ch::782e16ff-562d-4777-94d0-61621ba7bf8e" providerId="AD" clId="Web-{0CC052F7-9AB8-44B8-B097-69F00EDD0510}" dt="2025-12-12T09:48:23.118" v="4" actId="14100"/>
      <pc:docMkLst>
        <pc:docMk/>
      </pc:docMkLst>
      <pc:sldChg chg="addSp delSp modSp add replId">
        <pc:chgData name="Barthelet Thibault" userId="S::thibault.barthele@hes-so.ch::782e16ff-562d-4777-94d0-61621ba7bf8e" providerId="AD" clId="Web-{0CC052F7-9AB8-44B8-B097-69F00EDD0510}" dt="2025-12-12T09:48:23.118" v="4" actId="14100"/>
        <pc:sldMkLst>
          <pc:docMk/>
          <pc:sldMk cId="1722544748" sldId="266"/>
        </pc:sldMkLst>
        <pc:picChg chg="add mod ord">
          <ac:chgData name="Barthelet Thibault" userId="S::thibault.barthele@hes-so.ch::782e16ff-562d-4777-94d0-61621ba7bf8e" providerId="AD" clId="Web-{0CC052F7-9AB8-44B8-B097-69F00EDD0510}" dt="2025-12-12T09:48:23.118" v="4" actId="14100"/>
          <ac:picMkLst>
            <pc:docMk/>
            <pc:sldMk cId="1722544748" sldId="266"/>
            <ac:picMk id="8" creationId="{B68F07E5-CFCB-AE8D-58BD-949B397278E1}"/>
          </ac:picMkLst>
        </pc:picChg>
      </pc:sldChg>
    </pc:docChg>
  </pc:docChgLst>
  <pc:docChgLst>
    <pc:chgData name="Barthelet Thibault" userId="S::thibault.barthele@hes-so.ch::782e16ff-562d-4777-94d0-61621ba7bf8e" providerId="AD" clId="Web-{BA7EA29D-6B7F-4D81-BCE2-B254223880DE}"/>
    <pc:docChg chg="modSld">
      <pc:chgData name="Barthelet Thibault" userId="S::thibault.barthele@hes-so.ch::782e16ff-562d-4777-94d0-61621ba7bf8e" providerId="AD" clId="Web-{BA7EA29D-6B7F-4D81-BCE2-B254223880DE}" dt="2025-12-18T16:59:21.044" v="79" actId="20577"/>
      <pc:docMkLst>
        <pc:docMk/>
      </pc:docMkLst>
      <pc:sldChg chg="modSp">
        <pc:chgData name="Barthelet Thibault" userId="S::thibault.barthele@hes-so.ch::782e16ff-562d-4777-94d0-61621ba7bf8e" providerId="AD" clId="Web-{BA7EA29D-6B7F-4D81-BCE2-B254223880DE}" dt="2025-12-18T16:59:21.044" v="79" actId="20577"/>
        <pc:sldMkLst>
          <pc:docMk/>
          <pc:sldMk cId="1206192618" sldId="264"/>
        </pc:sldMkLst>
        <pc:spChg chg="mod">
          <ac:chgData name="Barthelet Thibault" userId="S::thibault.barthele@hes-so.ch::782e16ff-562d-4777-94d0-61621ba7bf8e" providerId="AD" clId="Web-{BA7EA29D-6B7F-4D81-BCE2-B254223880DE}" dt="2025-12-18T16:59:21.044" v="79" actId="20577"/>
          <ac:spMkLst>
            <pc:docMk/>
            <pc:sldMk cId="1206192618" sldId="264"/>
            <ac:spMk id="3" creationId="{3D7C9689-1ED9-012F-112B-FFE6436FB2BF}"/>
          </ac:spMkLst>
        </pc:spChg>
      </pc:sldChg>
    </pc:docChg>
  </pc:docChgLst>
  <pc:docChgLst>
    <pc:chgData name="Vaucher Julien" userId="e3ec5cd0-5399-4360-816d-b8803da8b0cf" providerId="ADAL" clId="{BBCEEE54-0830-4AC2-8122-D8465C2795AC}"/>
    <pc:docChg chg="modSld">
      <pc:chgData name="Vaucher Julien" userId="e3ec5cd0-5399-4360-816d-b8803da8b0cf" providerId="ADAL" clId="{BBCEEE54-0830-4AC2-8122-D8465C2795AC}" dt="2025-12-19T07:13:24.848" v="5" actId="20577"/>
      <pc:docMkLst>
        <pc:docMk/>
      </pc:docMkLst>
      <pc:sldChg chg="modSp mod">
        <pc:chgData name="Vaucher Julien" userId="e3ec5cd0-5399-4360-816d-b8803da8b0cf" providerId="ADAL" clId="{BBCEEE54-0830-4AC2-8122-D8465C2795AC}" dt="2025-12-19T07:13:24.848" v="5" actId="20577"/>
        <pc:sldMkLst>
          <pc:docMk/>
          <pc:sldMk cId="3184234311" sldId="257"/>
        </pc:sldMkLst>
        <pc:spChg chg="mod">
          <ac:chgData name="Vaucher Julien" userId="e3ec5cd0-5399-4360-816d-b8803da8b0cf" providerId="ADAL" clId="{BBCEEE54-0830-4AC2-8122-D8465C2795AC}" dt="2025-12-19T07:13:24.848" v="5" actId="20577"/>
          <ac:spMkLst>
            <pc:docMk/>
            <pc:sldMk cId="3184234311" sldId="257"/>
            <ac:spMk id="3" creationId="{FC59C6F7-3F00-0936-E526-66D6A9E05A44}"/>
          </ac:spMkLst>
        </pc:spChg>
      </pc:sldChg>
      <pc:sldChg chg="modSp mod">
        <pc:chgData name="Vaucher Julien" userId="e3ec5cd0-5399-4360-816d-b8803da8b0cf" providerId="ADAL" clId="{BBCEEE54-0830-4AC2-8122-D8465C2795AC}" dt="2025-12-17T20:00:58.916" v="4" actId="20577"/>
        <pc:sldMkLst>
          <pc:docMk/>
          <pc:sldMk cId="3172802465" sldId="262"/>
        </pc:sldMkLst>
        <pc:spChg chg="mod">
          <ac:chgData name="Vaucher Julien" userId="e3ec5cd0-5399-4360-816d-b8803da8b0cf" providerId="ADAL" clId="{BBCEEE54-0830-4AC2-8122-D8465C2795AC}" dt="2025-12-17T20:00:58.916" v="4" actId="20577"/>
          <ac:spMkLst>
            <pc:docMk/>
            <pc:sldMk cId="3172802465" sldId="262"/>
            <ac:spMk id="3" creationId="{566061A0-3332-F14F-731E-47885B546D9F}"/>
          </ac:spMkLst>
        </pc:spChg>
      </pc:sldChg>
      <pc:sldChg chg="modSp mod">
        <pc:chgData name="Vaucher Julien" userId="e3ec5cd0-5399-4360-816d-b8803da8b0cf" providerId="ADAL" clId="{BBCEEE54-0830-4AC2-8122-D8465C2795AC}" dt="2025-12-17T19:36:55.850" v="3" actId="20577"/>
        <pc:sldMkLst>
          <pc:docMk/>
          <pc:sldMk cId="1206192618" sldId="264"/>
        </pc:sldMkLst>
        <pc:spChg chg="mod">
          <ac:chgData name="Vaucher Julien" userId="e3ec5cd0-5399-4360-816d-b8803da8b0cf" providerId="ADAL" clId="{BBCEEE54-0830-4AC2-8122-D8465C2795AC}" dt="2025-12-17T19:36:55.850" v="3" actId="20577"/>
          <ac:spMkLst>
            <pc:docMk/>
            <pc:sldMk cId="1206192618" sldId="264"/>
            <ac:spMk id="3" creationId="{3D7C9689-1ED9-012F-112B-FFE6436FB2B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742349-BFF3-4AAB-BC62-7F6407829DE2}" type="datetimeFigureOut">
              <a:rPr lang="fr-CH" smtClean="0"/>
              <a:t>18.12.2025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FE89B-9154-4543-AE09-C35BDD5F73C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79567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Radar - </a:t>
            </a:r>
            <a:r>
              <a:rPr lang="en-US" err="1">
                <a:latin typeface="Calibri"/>
                <a:ea typeface="Calibri"/>
                <a:cs typeface="Calibri"/>
              </a:rPr>
              <a:t>normalisé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France USA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Dans USA, </a:t>
            </a:r>
            <a:r>
              <a:rPr lang="en-US" err="1">
                <a:latin typeface="Calibri"/>
                <a:ea typeface="Calibri"/>
                <a:cs typeface="Calibri"/>
              </a:rPr>
              <a:t>bouger</a:t>
            </a:r>
            <a:r>
              <a:rPr lang="en-US">
                <a:latin typeface="Calibri"/>
                <a:ea typeface="Calibri"/>
                <a:cs typeface="Calibri"/>
              </a:rPr>
              <a:t> slider 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FE89B-9154-4543-AE09-C35BDD5F73C2}" type="slidenum">
              <a:rPr lang="fr-CH" smtClean="0"/>
              <a:t>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01902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FAC22C-4204-5D75-F909-5D8211E8B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151081F-AC3B-A59D-2A7F-D5916A3411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3BE320-5B57-02D5-7FF9-0008FC423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D8AF5-A793-4416-9AF3-25872175D9FB}" type="datetime1">
              <a:rPr lang="fr-CH" smtClean="0"/>
              <a:t>18.12.2025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64DFBE-DEB7-C8C9-78B2-CF561543D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B4A7B3-A4AC-B68B-3C32-7447B7A08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EDD0-7416-4434-BD63-C2B6D92205E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46589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0BE610-2907-CD5E-91B5-51F9FFC8B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014C2E-935B-9AC1-D573-EB6C3363C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9F839E-ABFB-CF85-6523-DC8814C9A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F1F7E-27C3-49F5-AA53-0F75A8753B65}" type="datetime1">
              <a:rPr lang="fr-CH" smtClean="0"/>
              <a:t>18.12.2025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4EB06E-66FB-D9B0-C5C6-9B8A562E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EFC045-A357-6A02-BF71-6E13473BC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EDD0-7416-4434-BD63-C2B6D92205E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52951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BB327B-DECF-1066-CE7F-939621E39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300663F-BAB9-ACB9-4338-7FF871DD7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706487-E5E5-1F7F-7C4E-3CB1A2865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C3B6E-4C6F-426E-A7C1-7C137DADBDD1}" type="datetime1">
              <a:rPr lang="fr-CH" smtClean="0"/>
              <a:t>18.12.2025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25D7AF-A57A-280F-ADCB-D9CB44AFD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59C885-26ED-F931-CF99-CAC396E3D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EDD0-7416-4434-BD63-C2B6D92205E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6254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3B0CE2-1448-ABA4-81E6-7F8795491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12257B-A006-DFAA-B27C-01D97B294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D23A6FA-CB07-42FB-CCC7-FFF2C8C58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C64C84D-69CE-CF03-0154-33ED1AA4F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C1A9F-AF16-4AE1-9A79-60C8A53FB358}" type="datetime1">
              <a:rPr lang="fr-CH" smtClean="0"/>
              <a:t>18.12.2025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6BD5A98-D47D-F641-B07B-98957EF43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0EE2B61-154E-C963-A224-CEFC4F16C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EDD0-7416-4434-BD63-C2B6D92205E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0730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C53343-E5A6-89C7-9D2A-718E6F109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463BDA7-51A8-6052-1DD4-B23A69D79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49F6007-B36D-A97E-AA42-BD408511F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51AB5A-9A3B-89DD-654E-7A16504FF5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92A21A5-8705-C7BD-D1C2-F42515C10E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B4A1510-AD45-4CF3-58B0-E9B39D382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B4523-CD3C-481B-977C-FD98776520B4}" type="datetime1">
              <a:rPr lang="fr-CH" smtClean="0"/>
              <a:t>18.12.2025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61160E4-25AC-A615-D41B-A25B2DB57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F949B40-5DCD-B98D-BE7A-EE786AF48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EDD0-7416-4434-BD63-C2B6D92205E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24532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E82C2C-469D-5D4A-6127-4D8E7AAC7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D660189-BE64-4A3B-2742-717739AFC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77BC-F79D-4B1D-B5C8-D35E362B44B6}" type="datetime1">
              <a:rPr lang="fr-CH" smtClean="0"/>
              <a:t>18.12.2025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D29DDB7-0ADC-51A9-4DBA-4CEBC6CCF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9FC553E-CF5D-BD0F-CC57-EB02A2DCE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EDD0-7416-4434-BD63-C2B6D92205E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3589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41E8BEA-7BD2-CDC3-4735-C4A5BCC8F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413EE-3ECC-4CF7-8609-06B638B0D53B}" type="datetime1">
              <a:rPr lang="fr-CH" smtClean="0"/>
              <a:t>18.12.2025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1144117-6C8A-6F5B-2CAE-4C85DF37E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E812EA-D466-C580-8789-1F40AD15E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EDD0-7416-4434-BD63-C2B6D92205E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51038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1390A9-DCFE-A34D-B1D2-1B97F0EE0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0F73D6-681A-1370-D824-706B0579D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BFC4813-4BB2-8B74-4905-E8C8AC2F2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B64DD9B-760A-C485-B141-55BBA479A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0836-5972-4C94-A480-82256CCEEB9D}" type="datetime1">
              <a:rPr lang="fr-CH" smtClean="0"/>
              <a:t>18.12.2025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359095F-34CC-74D0-585A-8BF7AC51B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3E346F0-DBDE-F0A9-575A-51034931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EDD0-7416-4434-BD63-C2B6D92205E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81040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9A504D-11D5-B1F4-20D7-9117216B8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714036D-7762-6DF9-EBF2-C7AF8233E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BE1D01A-F3EC-8A09-F8F7-CDE4DA464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FC6A7C4-69D1-AE53-9C7E-07A6592F6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B9D3E-779F-4D2F-AB31-A1A743ADCB66}" type="datetime1">
              <a:rPr lang="fr-CH" smtClean="0"/>
              <a:t>18.12.2025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0C965B-95BB-AC4A-74FE-EF85CA508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6E2E460-3D02-7FB0-684B-92A014C94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EDD0-7416-4434-BD63-C2B6D92205E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54189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36AE8D-4FE8-2172-33BE-31F9C8CE0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F712991-B053-DE33-1EA3-922621CC4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294DA7-1149-1D4E-4179-5DA98C992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CCA30-7EF1-4111-9FD5-A6EA2374B42A}" type="datetime1">
              <a:rPr lang="fr-CH" smtClean="0"/>
              <a:t>18.12.2025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C8B425-A149-8FFC-0E21-343DA9D71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5916F8-11CE-8058-FBA2-07DF723A6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EDD0-7416-4434-BD63-C2B6D92205E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06084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BBEA9A1-59A4-C8CC-A675-D7F80C6F2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4C28FD2-3843-EDBB-6921-58B3A5A5E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0F3B71-16B1-979F-E204-FF6D5E36E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DC372-2512-4E5A-A5D9-5B4A896000A7}" type="datetime1">
              <a:rPr lang="fr-CH" smtClean="0"/>
              <a:t>18.12.2025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D7BE01-4EEA-9FF4-E696-326D7C09E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DF8DEF-1465-C3D3-4D0B-AECB7FBF8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EDD0-7416-4434-BD63-C2B6D92205E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1881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69892A3-8852-675D-775B-6D3AE54FF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6B06C1-8467-E8CC-F955-95BFA3A07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B3F7AE-934D-783D-2E23-F6AD4169A9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7A0A0E-F4FB-49A0-A95B-5F9FF252D920}" type="datetime1">
              <a:rPr lang="fr-CH" smtClean="0"/>
              <a:t>18.12.2025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5DE64B-B121-A55F-7534-EE4132E1C7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77E61D-2C00-894C-A253-27B283EE2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AEDD0-7416-4434-BD63-C2B6D92205E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97983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ato.org/human-freedom-index/2024" TargetMode="External"/><Relationship Id="rId3" Type="http://schemas.openxmlformats.org/officeDocument/2006/relationships/hyperlink" Target="https://data.unicef.org/resources/countdown-for-global-mental-health-2030-dashboard/" TargetMode="External"/><Relationship Id="rId7" Type="http://schemas.openxmlformats.org/officeDocument/2006/relationships/hyperlink" Target="https://ilostat.ilo.org/methods/concepts-and-definitions/ilo-modelled-estimates/" TargetMode="External"/><Relationship Id="rId2" Type="http://schemas.openxmlformats.org/officeDocument/2006/relationships/hyperlink" Target="https://ourworldindata.org/mental-health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bank.worldbank.org/metadataglossary/world-development-indicators/series/SL.UEM.TOTL.ZS" TargetMode="External"/><Relationship Id="rId5" Type="http://schemas.openxmlformats.org/officeDocument/2006/relationships/hyperlink" Target="https://data.worldbank.org/indicator/SL.UEM.TOTL.ZS" TargetMode="External"/><Relationship Id="rId10" Type="http://schemas.openxmlformats.org/officeDocument/2006/relationships/hyperlink" Target="https://ourworldindata.org/grapher/gender-inequality-index-from-the-human-development-report" TargetMode="External"/><Relationship Id="rId4" Type="http://schemas.openxmlformats.org/officeDocument/2006/relationships/hyperlink" Target="https://www.kaggle.com/datasets/imtkaggleteam/mental-health" TargetMode="External"/><Relationship Id="rId9" Type="http://schemas.openxmlformats.org/officeDocument/2006/relationships/hyperlink" Target="https://ourworldindata.org/grapher/total-alcohol-consumption-per-capita-litres-of-pure-alcohol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9FAA0E8-4795-ADFA-9A71-681241855E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fr-CH" sz="5400">
                <a:solidFill>
                  <a:srgbClr val="FFFFFF"/>
                </a:solidFill>
              </a:rPr>
              <a:t>World Mental </a:t>
            </a:r>
            <a:r>
              <a:rPr lang="fr-CH" sz="5400" err="1">
                <a:solidFill>
                  <a:srgbClr val="FFFFFF"/>
                </a:solidFill>
              </a:rPr>
              <a:t>Health</a:t>
            </a:r>
            <a:endParaRPr lang="fr-CH" sz="5400">
              <a:solidFill>
                <a:srgbClr val="FFFFFF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6EF4FC-A424-1DE4-4930-B82EE8F0B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fr-CH" sz="2800"/>
              <a:t>Projet VI – HES SO</a:t>
            </a:r>
          </a:p>
          <a:p>
            <a:pPr algn="l"/>
            <a:r>
              <a:rPr lang="fr-CH" err="1"/>
              <a:t>Barthelet</a:t>
            </a:r>
            <a:r>
              <a:rPr lang="fr-CH"/>
              <a:t> T. – </a:t>
            </a:r>
            <a:r>
              <a:rPr lang="fr-CH" err="1"/>
              <a:t>Vaucher</a:t>
            </a:r>
            <a:r>
              <a:rPr lang="fr-CH"/>
              <a:t> J. – Cerviño M.</a:t>
            </a:r>
          </a:p>
        </p:txBody>
      </p:sp>
    </p:spTree>
    <p:extLst>
      <p:ext uri="{BB962C8B-B14F-4D97-AF65-F5344CB8AC3E}">
        <p14:creationId xmlns:p14="http://schemas.microsoft.com/office/powerpoint/2010/main" val="3108288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30771FC-F076-A4B8-3930-32A429BC3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CH" sz="4000">
                <a:solidFill>
                  <a:srgbClr val="FFFFFF"/>
                </a:solidFill>
              </a:rPr>
              <a:t>Contexte et motivation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59C6F7-3F00-0936-E526-66D6A9E05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fr-FR"/>
              <a:t>Pourquoi s’intéresser à la santé mentale ?</a:t>
            </a:r>
          </a:p>
          <a:p>
            <a:pPr lvl="1"/>
            <a:r>
              <a:rPr lang="fr-FR"/>
              <a:t>Enjeu mondial majeur (OMS, IHME)</a:t>
            </a:r>
          </a:p>
          <a:p>
            <a:pPr lvl="1"/>
            <a:r>
              <a:rPr lang="fr-FR"/>
              <a:t>Plus d’un milliard de personnes concernées</a:t>
            </a:r>
          </a:p>
          <a:p>
            <a:pPr lvl="1"/>
            <a:r>
              <a:rPr lang="fr-FR"/>
              <a:t>Forte variabilité observée entre pays</a:t>
            </a:r>
          </a:p>
          <a:p>
            <a:pPr lvl="1"/>
            <a:r>
              <a:rPr lang="fr-FR"/>
              <a:t>Variabilité possiblement associée à des facteurs socio-économiques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E9E740-E421-B044-9491-18B0ECCC17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431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1C75128E-F4BC-4923-9701-C0B1591D7EA5}" type="datetime1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18.12.2025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4DB56E7-591D-46F7-8FE2-5E878AAF2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AEDD0-7416-4434-BD63-C2B6D92205E2}" type="slidenum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234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56B110C-0974-16CC-6D78-26CB4C779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CH" sz="4000">
                <a:solidFill>
                  <a:srgbClr val="FFFFFF"/>
                </a:solidFill>
              </a:rPr>
              <a:t>Objectifs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945CE1-19DC-C97C-1C26-20CDFF695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fr-CH"/>
              <a:t>Développer une application Dash interactive qui permet :</a:t>
            </a:r>
          </a:p>
          <a:p>
            <a:pPr lvl="1"/>
            <a:r>
              <a:rPr lang="fr-FR"/>
              <a:t>d’explorer la prévalence des troubles psychologiques</a:t>
            </a:r>
          </a:p>
          <a:p>
            <a:pPr lvl="1"/>
            <a:r>
              <a:rPr lang="fr-FR"/>
              <a:t>de comparer les pays</a:t>
            </a:r>
          </a:p>
          <a:p>
            <a:pPr lvl="1"/>
            <a:r>
              <a:rPr lang="fr-CH"/>
              <a:t>d’examiner l’évolution temporelle</a:t>
            </a:r>
          </a:p>
          <a:p>
            <a:pPr lvl="1"/>
            <a:r>
              <a:rPr lang="fr-FR"/>
              <a:t>d’analyser les relations avec des indicateurs externes</a:t>
            </a:r>
            <a:endParaRPr lang="fr-CH"/>
          </a:p>
          <a:p>
            <a:pPr lvl="1"/>
            <a:r>
              <a:rPr lang="fr-FR" b="1"/>
              <a:t>de révéler des motifs, sans tirer de conclusions</a:t>
            </a:r>
          </a:p>
          <a:p>
            <a:r>
              <a:rPr lang="fr-FR" sz="2400"/>
              <a:t>Public cible :</a:t>
            </a:r>
          </a:p>
          <a:p>
            <a:pPr lvl="1"/>
            <a:r>
              <a:rPr lang="fr-FR"/>
              <a:t>Organisation Mondiale de la Santé (OMS)</a:t>
            </a:r>
          </a:p>
          <a:p>
            <a:pPr lvl="1"/>
            <a:r>
              <a:rPr lang="fr-FR"/>
              <a:t>Experts et analystes spécialisés dans le domaine.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4BC7F1-403D-01C9-934E-7B9AC82777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431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0F798752-4020-47D1-AB12-07BB0D7BF6EF}" type="datetime1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18.12.2025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1C30621-E7F5-728E-FE86-F36A0F301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AEDD0-7416-4434-BD63-C2B6D92205E2}" type="slidenum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396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24BCA8B-3515-A3DD-0AC6-158066452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CH" sz="4000">
                <a:solidFill>
                  <a:srgbClr val="FFFFFF"/>
                </a:solidFill>
              </a:rPr>
              <a:t>Etat de l’art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6C6E80-29D1-F66D-DCB2-210CBC972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fr-CH"/>
              <a:t>Projets existants :</a:t>
            </a:r>
          </a:p>
          <a:p>
            <a:pPr lvl="1"/>
            <a:r>
              <a:rPr lang="fr-CH"/>
              <a:t>Our World in Data (OWID)</a:t>
            </a:r>
          </a:p>
          <a:p>
            <a:pPr lvl="2"/>
            <a:r>
              <a:rPr lang="fr-CH"/>
              <a:t>Cartes et séries temporelles</a:t>
            </a:r>
          </a:p>
          <a:p>
            <a:pPr lvl="1"/>
            <a:r>
              <a:rPr lang="fr-CH"/>
              <a:t>UNICEF - </a:t>
            </a:r>
            <a:r>
              <a:rPr lang="en-US"/>
              <a:t>Countdown for Global Mental Health 2030 Dashboard</a:t>
            </a:r>
          </a:p>
          <a:p>
            <a:r>
              <a:rPr lang="fr-CH"/>
              <a:t>Limites observées :</a:t>
            </a:r>
          </a:p>
          <a:p>
            <a:pPr lvl="1"/>
            <a:r>
              <a:rPr lang="fr-FR"/>
              <a:t>Comparaison d’un seul facteur socio-économique à la fois</a:t>
            </a:r>
          </a:p>
          <a:p>
            <a:pPr lvl="1"/>
            <a:r>
              <a:rPr lang="fr-FR"/>
              <a:t>Pas d’exploration visuelle des relations entre indicateurs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702748-8F83-7791-E90E-3486674BB1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431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B246BC3C-463E-4F7C-A4CA-3363B65D7F62}" type="datetime1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18.12.2025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AF2601E-A8FE-8F1E-BBA0-2B2B6C1E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AEDD0-7416-4434-BD63-C2B6D92205E2}" type="slidenum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611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451778F-6327-0D78-9414-32C8F3BEF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CH" sz="4000">
                <a:solidFill>
                  <a:srgbClr val="FFFFFF"/>
                </a:solidFill>
              </a:rPr>
              <a:t>Données utilisées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1F686A-BDAA-C92A-C44C-F5D9B7011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92500"/>
          </a:bodyPr>
          <a:lstStyle/>
          <a:p>
            <a:r>
              <a:rPr lang="fr-FR"/>
              <a:t>Données principales (OMS) :</a:t>
            </a:r>
          </a:p>
          <a:p>
            <a:pPr lvl="1"/>
            <a:r>
              <a:rPr lang="fr-FR"/>
              <a:t>Environ 200 pays, 1990-2019</a:t>
            </a:r>
          </a:p>
          <a:p>
            <a:pPr lvl="1"/>
            <a:r>
              <a:rPr lang="fr-FR"/>
              <a:t>Troubles : anxiété, dépression, bipolarité, schizophrénie, alimentaires</a:t>
            </a:r>
          </a:p>
          <a:p>
            <a:pPr lvl="1"/>
            <a:r>
              <a:rPr lang="fr-FR"/>
              <a:t>Standardisation par âge : comparabilité mondiale</a:t>
            </a:r>
          </a:p>
          <a:p>
            <a:r>
              <a:rPr lang="fr-FR"/>
              <a:t>Données complémentaires</a:t>
            </a:r>
          </a:p>
          <a:p>
            <a:pPr lvl="1"/>
            <a:r>
              <a:rPr lang="fr-FR"/>
              <a:t>Taux de chômage (ILO)</a:t>
            </a:r>
          </a:p>
          <a:p>
            <a:pPr lvl="1"/>
            <a:r>
              <a:rPr lang="fr-FR"/>
              <a:t>Consommation d’alcool (OMS)</a:t>
            </a:r>
          </a:p>
          <a:p>
            <a:pPr lvl="1"/>
            <a:r>
              <a:rPr lang="fr-FR"/>
              <a:t>Indice de liberté (HFI - </a:t>
            </a:r>
            <a:r>
              <a:rPr lang="fr-CH"/>
              <a:t>CATO Institute</a:t>
            </a:r>
            <a:r>
              <a:rPr lang="fr-FR"/>
              <a:t>)</a:t>
            </a:r>
          </a:p>
          <a:p>
            <a:pPr lvl="1"/>
            <a:r>
              <a:rPr lang="fr-FR"/>
              <a:t>Indice d’inégalité de genre (GII - UNDP)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34C3B3-339D-44EE-70B1-FDA54A528C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431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2C8E55A-CEFA-40B2-A7DD-C35469B67B01}" type="datetime1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18.12.2025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E90E17B-C454-AA3E-EDAA-BC60D6E49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AEDD0-7416-4434-BD63-C2B6D92205E2}" type="slidenum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892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8B7EA4E-1529-B966-BF54-DAABD845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Structure générale</a:t>
            </a:r>
            <a:endParaRPr lang="fr-CH" sz="40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22A0B2-FF07-A1BE-EA5D-584835B02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fr-FR"/>
              <a:t>Vue mondiale</a:t>
            </a:r>
          </a:p>
          <a:p>
            <a:r>
              <a:rPr lang="fr-FR"/>
              <a:t>Comparaisons régionales et socio-économique</a:t>
            </a:r>
          </a:p>
          <a:p>
            <a:r>
              <a:rPr lang="fr-FR"/>
              <a:t>Analyse temporelle par pays</a:t>
            </a:r>
          </a:p>
          <a:p>
            <a:r>
              <a:rPr lang="fr-FR"/>
              <a:t>Comparaison multidimensionnelle </a:t>
            </a:r>
          </a:p>
          <a:p>
            <a:r>
              <a:rPr lang="fr-FR"/>
              <a:t>Analyse des corrélations (globale et temporelle)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BAFAA0-84C7-A6B1-C1F7-E52658FCA9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431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018ADF2F-6178-4B2B-AA8A-E878C479EEDF}" type="datetime1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18.12.2025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38FA761-C530-262F-5710-DB8C6EC24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AEDD0-7416-4434-BD63-C2B6D92205E2}" type="slidenum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739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900E3D4-CE15-586C-E1C0-206919B4B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Limites des données</a:t>
            </a:r>
            <a:endParaRPr lang="fr-CH" sz="40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6061A0-3332-F14F-731E-47885B546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fr-FR"/>
              <a:t>Peu de variabilité temporelle</a:t>
            </a:r>
          </a:p>
          <a:p>
            <a:pPr lvl="1"/>
            <a:r>
              <a:rPr lang="fr-FR"/>
              <a:t>Montre une forte stabilité au fil des années</a:t>
            </a:r>
          </a:p>
          <a:p>
            <a:pPr lvl="1"/>
            <a:r>
              <a:rPr lang="fr-FR"/>
              <a:t>Limite l’intérêt de certaines visualisations </a:t>
            </a:r>
            <a:r>
              <a:rPr lang="fr-CH"/>
              <a:t>(</a:t>
            </a:r>
            <a:r>
              <a:rPr lang="fr-CH" err="1"/>
              <a:t>boxplots</a:t>
            </a:r>
            <a:r>
              <a:rPr lang="fr-CH"/>
              <a:t>, etc.)</a:t>
            </a:r>
          </a:p>
          <a:p>
            <a:pPr marL="457200" lvl="1" indent="0">
              <a:buNone/>
            </a:pPr>
            <a:endParaRPr lang="fr-FR" sz="2000"/>
          </a:p>
          <a:p>
            <a:r>
              <a:rPr lang="fr-FR"/>
              <a:t>Données incomplètes selon les indicateurs</a:t>
            </a:r>
          </a:p>
          <a:p>
            <a:pPr lvl="1"/>
            <a:r>
              <a:rPr lang="fr-FR"/>
              <a:t>Reflète la différence de méthode de collecte des données</a:t>
            </a:r>
          </a:p>
          <a:p>
            <a:pPr lvl="1"/>
            <a:r>
              <a:rPr lang="fr-FR"/>
              <a:t>Réduit la comparabilité entre pays </a:t>
            </a:r>
            <a:r>
              <a:rPr lang="fr-CH"/>
              <a:t>(radar chart incomplet)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E48469-971A-4D5B-14D7-E1A3BB100E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431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9AF06F9-3D3F-4F38-BCF7-DF9A1FE92B7F}" type="datetime1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18.12.2025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7C1557C-E5C2-0B18-B0B8-1DE1D61B1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AEDD0-7416-4434-BD63-C2B6D92205E2}" type="slidenum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802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BEBFD432-0E6D-B7E7-5D3C-30007B582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Démonstration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19B10CC-2378-04DB-C298-24518A783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629D9B4-DFD5-6E8B-0A4B-910CA9FB6D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46837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35A48A27-2CED-4BD0-A7DC-2A1042ECA743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12/18/2025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CB1C784-AB4F-F179-0765-316A4E7B0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85AEDD0-7416-4434-BD63-C2B6D92205E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275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F7B0A2-2E70-76D0-0741-30351E695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CH" sz="4000">
                <a:solidFill>
                  <a:srgbClr val="FFFFFF"/>
                </a:solidFill>
              </a:rPr>
              <a:t>Observations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7C9689-1ED9-012F-112B-FFE6436FB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fr-FR" sz="2400"/>
              <a:t>Motifs relevés intéressants :</a:t>
            </a:r>
            <a:endParaRPr lang="en-US"/>
          </a:p>
          <a:p>
            <a:pPr lvl="1"/>
            <a:r>
              <a:rPr lang="fr-FR" sz="2000"/>
              <a:t>Index est légèrement corrélé avec la consommation d'alcool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fr-FR" sz="1600"/>
              <a:t>Potentiel lien de causalité à étudier</a:t>
            </a:r>
          </a:p>
          <a:p>
            <a:pPr lvl="2">
              <a:buFont typeface="Wingdings" panose="020B0604020202020204" pitchFamily="34" charset="0"/>
              <a:buChar char="§"/>
            </a:pPr>
            <a:endParaRPr lang="fr-FR" sz="1600"/>
          </a:p>
          <a:p>
            <a:pPr lvl="1"/>
            <a:r>
              <a:rPr lang="fr-FR" sz="2000"/>
              <a:t>Corrélation inverse entre Schizophrénie et Dépression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fr-FR" sz="1600"/>
              <a:t>Potentiel biais de </a:t>
            </a:r>
            <a:r>
              <a:rPr lang="fr-FR" sz="1600" i="1"/>
              <a:t>diagnostic </a:t>
            </a:r>
            <a:r>
              <a:rPr lang="fr-FR" sz="1600" i="1" err="1"/>
              <a:t>shadowing</a:t>
            </a:r>
            <a:r>
              <a:rPr lang="fr-FR" sz="1600" i="1"/>
              <a:t> </a:t>
            </a:r>
            <a:r>
              <a:rPr lang="fr-FR" sz="1600"/>
              <a:t>à l'échelle mondiale</a:t>
            </a:r>
            <a:endParaRPr lang="fr-FR" sz="1600" b="1"/>
          </a:p>
          <a:p>
            <a:pPr lvl="2">
              <a:buFont typeface="Wingdings" panose="020B0604020202020204" pitchFamily="34" charset="0"/>
              <a:buChar char="§"/>
            </a:pPr>
            <a:endParaRPr lang="fr-FR" sz="1600"/>
          </a:p>
          <a:p>
            <a:pPr lvl="1"/>
            <a:r>
              <a:rPr lang="fr-FR" sz="2000"/>
              <a:t>Global Mental </a:t>
            </a:r>
            <a:r>
              <a:rPr lang="fr-FR" sz="2000" err="1"/>
              <a:t>Disorder</a:t>
            </a:r>
            <a:r>
              <a:rPr lang="fr-FR" sz="2000"/>
              <a:t> Index ~ Niveau de salaire moyen</a:t>
            </a:r>
            <a:endParaRPr lang="en-US" sz="2000"/>
          </a:p>
          <a:p>
            <a:pPr lvl="1"/>
            <a:r>
              <a:rPr lang="fr-FR" sz="2000"/>
              <a:t>Global Mental </a:t>
            </a:r>
            <a:r>
              <a:rPr lang="fr-FR" sz="2000" err="1"/>
              <a:t>Disorder</a:t>
            </a:r>
            <a:r>
              <a:rPr lang="fr-FR" sz="2000"/>
              <a:t> Index ~ Niveau de liberté</a:t>
            </a:r>
            <a:endParaRPr lang="fr-FR"/>
          </a:p>
          <a:p>
            <a:pPr lvl="2">
              <a:buFont typeface="Wingdings" panose="020B0604020202020204" pitchFamily="34" charset="0"/>
              <a:buChar char="§"/>
            </a:pPr>
            <a:r>
              <a:rPr lang="fr-FR" sz="1600"/>
              <a:t>Potentiel biais de </a:t>
            </a:r>
            <a:r>
              <a:rPr lang="fr-FR" sz="1600" err="1"/>
              <a:t>reporting</a:t>
            </a:r>
            <a:endParaRPr lang="fr-FR" sz="160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BEC29B-3BD0-1D6A-DF3F-266AB3868C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431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B0C0C63-EEDC-4758-BA95-C1E15D2435C8}" type="datetime1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18.12.2025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A5B176-568A-E4B6-0894-9D900C875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AEDD0-7416-4434-BD63-C2B6D92205E2}" type="slidenum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192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A4DA5B-AC36-F6AC-241E-5A7E1BD27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E0696A-DE77-54E9-EA89-8ED79177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F05C64-1FB0-FDE4-9CEE-6F6AAC86E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3D1EF8-02BD-D931-B71E-F892FBA1A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C11D27-9527-8057-36D0-525086AA5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11D433-B100-1FF1-EC4D-55B8055C8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56D160D-2189-0E91-9BA1-D0333B34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Observations - Exemple</a:t>
            </a:r>
            <a:endParaRPr lang="en-US" err="1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020E6B-ADD1-4050-B294-790804B0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431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9AF06F9-3D3F-4F38-BCF7-DF9A1FE92B7F}" type="datetime1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18.12.2025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666582A-90E4-4EBD-E28D-D703D1450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AEDD0-7416-4434-BD63-C2B6D92205E2}" type="slidenum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8" name="Espace réservé du contenu 7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B68F07E5-CFCB-AE8D-58BD-949B397278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" y="1908922"/>
            <a:ext cx="12194381" cy="422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544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DE5F4-4685-4032-6531-8516358F1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E5DC78-03A5-A000-199B-F506CAD26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6AF9CC-3517-EC9C-1AA2-6C10872E1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4CEA18-5542-5281-856F-61EA47CEA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C36D10-3DAA-46B6-FEAA-09F63F4CB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F8FA82-0BAD-2406-D11C-82F26B8F0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EE82F56-81CB-9FD2-125F-4C4EEC25E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CH" sz="40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EF43CF-448A-FD2C-7F44-25E72F241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fr-FR" sz="2400"/>
              <a:t>L’application propose:</a:t>
            </a:r>
          </a:p>
          <a:p>
            <a:pPr lvl="1"/>
            <a:r>
              <a:rPr lang="fr-FR" sz="2000"/>
              <a:t>une exploration interactive de la santé mentale mondiale</a:t>
            </a:r>
            <a:endParaRPr lang="fr-CH" sz="2000"/>
          </a:p>
          <a:p>
            <a:pPr lvl="1"/>
            <a:r>
              <a:rPr lang="fr-CH" sz="2000"/>
              <a:t>une navigation progressive</a:t>
            </a:r>
          </a:p>
          <a:p>
            <a:pPr lvl="1"/>
            <a:r>
              <a:rPr lang="fr-CH" sz="2000"/>
              <a:t>une comparaison avec indicateurs socio-économique</a:t>
            </a:r>
          </a:p>
          <a:p>
            <a:pPr lvl="1"/>
            <a:r>
              <a:rPr lang="fr-FR" sz="2000"/>
              <a:t>une analyse visuelle des tendances et relations possibles</a:t>
            </a:r>
          </a:p>
          <a:p>
            <a:r>
              <a:rPr lang="fr-FR" sz="2400"/>
              <a:t>Les visualisations permettent:</a:t>
            </a:r>
          </a:p>
          <a:p>
            <a:pPr lvl="1"/>
            <a:r>
              <a:rPr lang="fr-FR" sz="2000"/>
              <a:t>de formuler des hypothèses, sans tirer de conclusion</a:t>
            </a:r>
          </a:p>
          <a:p>
            <a:pPr lvl="1"/>
            <a:r>
              <a:rPr lang="fr-FR" sz="2000"/>
              <a:t>d’exposer les limites des données et les différences dans la collecte des données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AF7ABB-27E8-064A-9747-B37888DD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431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B0C0C63-EEDC-4758-BA95-C1E15D2435C8}" type="datetime1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18.12.2025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C17E011-A23A-B774-6992-C8486222B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AEDD0-7416-4434-BD63-C2B6D92205E2}" type="slidenum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566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E668924-F732-043D-EE40-E3CC7DB3D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CH" sz="4000">
                <a:solidFill>
                  <a:srgbClr val="FFFFFF"/>
                </a:solidFill>
              </a:rPr>
              <a:t>Piste d’amélioration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4353D8-9D9B-F552-4899-7CB0DD6A1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6"/>
            <a:ext cx="9724031" cy="3796853"/>
          </a:xfrm>
        </p:spPr>
        <p:txBody>
          <a:bodyPr anchor="ctr">
            <a:normAutofit/>
          </a:bodyPr>
          <a:lstStyle/>
          <a:p>
            <a:r>
              <a:rPr lang="fr-CH" sz="2400"/>
              <a:t>Enrichissement des données:</a:t>
            </a:r>
          </a:p>
          <a:p>
            <a:pPr lvl="1"/>
            <a:r>
              <a:rPr lang="fr-CH" sz="2000"/>
              <a:t>Nouveaux indicateurs socio-économiques (accès au soins, criminalité, …)</a:t>
            </a:r>
          </a:p>
          <a:p>
            <a:pPr lvl="1"/>
            <a:r>
              <a:rPr lang="fr-CH" sz="2000"/>
              <a:t>Données de santé plus fine (hospitalisations psychiatrique, prise en charge social, …)</a:t>
            </a:r>
          </a:p>
          <a:p>
            <a:r>
              <a:rPr lang="fr-CH" sz="2400"/>
              <a:t>Uniformisation des échelles </a:t>
            </a:r>
          </a:p>
          <a:p>
            <a:r>
              <a:rPr lang="fr-CH" sz="2400"/>
              <a:t>Etude scientifique plus fines</a:t>
            </a:r>
          </a:p>
          <a:p>
            <a:pPr lvl="1"/>
            <a:r>
              <a:rPr lang="fr-CH" sz="2000"/>
              <a:t>Etudier des sous-population (genre, classes d’âge, …)</a:t>
            </a:r>
          </a:p>
          <a:p>
            <a:r>
              <a:rPr lang="fr-CH" sz="2400"/>
              <a:t>Améliorations des visualisations:</a:t>
            </a:r>
          </a:p>
          <a:p>
            <a:pPr lvl="1"/>
            <a:r>
              <a:rPr lang="fr-CH" sz="2000"/>
              <a:t>Regroupement automatique (K-</a:t>
            </a:r>
            <a:r>
              <a:rPr lang="fr-CH" sz="2000" err="1"/>
              <a:t>means</a:t>
            </a:r>
            <a:r>
              <a:rPr lang="fr-CH" sz="2000"/>
              <a:t>)</a:t>
            </a:r>
          </a:p>
          <a:p>
            <a:pPr lvl="1"/>
            <a:r>
              <a:rPr lang="fr-CH" sz="2000"/>
              <a:t>Timeline animée</a:t>
            </a:r>
          </a:p>
          <a:p>
            <a:endParaRPr lang="fr-CH" sz="200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5385BE-D0C8-2A54-4142-05BBC61C33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431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4E172F0E-65A2-4DDE-8D13-1FB4BE4B3892}" type="datetime1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18.12.2025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B276D77-E997-94EB-206E-B31737D5A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AEDD0-7416-4434-BD63-C2B6D92205E2}" type="slidenum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538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45B8FD5-AAFA-5802-21A0-034D37450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CH" sz="4000">
                <a:solidFill>
                  <a:srgbClr val="FFFFFF"/>
                </a:solidFill>
              </a:rPr>
              <a:t>Références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5E997D-2CFD-098F-64AD-D7E891B3A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fr-CH" sz="1600"/>
              <a:t>Saloni Dattani, Lucas Rodés-Guirao, Hannah Ritchie, and Max Roser (2023) - “Mental Health” Published online at OurWorldinData.org. Retrieved from: '</a:t>
            </a:r>
            <a:r>
              <a:rPr lang="fr-CH" sz="1600" u="sng">
                <a:hlinkClick r:id="rId2"/>
              </a:rPr>
              <a:t>https://ourworldindata.org/mental-health</a:t>
            </a:r>
            <a:r>
              <a:rPr lang="fr-CH" sz="1600"/>
              <a:t>' [Online Resource]</a:t>
            </a:r>
          </a:p>
          <a:p>
            <a:r>
              <a:rPr lang="fr-CH" sz="1600" u="sng">
                <a:hlinkClick r:id="rId3"/>
              </a:rPr>
              <a:t>https://data.unicef.org/resources/countdown-for-global-mental-health-2030-dashboard/</a:t>
            </a:r>
            <a:endParaRPr lang="fr-CH" sz="1600"/>
          </a:p>
          <a:p>
            <a:r>
              <a:rPr lang="fr-CH" sz="1600" u="sng">
                <a:hlinkClick r:id="rId4"/>
              </a:rPr>
              <a:t>https://www.kaggle.com/datasets/imtkaggleteam/mental-health</a:t>
            </a:r>
            <a:endParaRPr lang="fr-CH" sz="1600"/>
          </a:p>
          <a:p>
            <a:r>
              <a:rPr lang="fr-CH" sz="1600" u="sng">
                <a:hlinkClick r:id="rId5"/>
              </a:rPr>
              <a:t>https://data.worldbank.org/indicator/SL.UEM.TOTL.ZS</a:t>
            </a:r>
            <a:endParaRPr lang="fr-CH" sz="1600"/>
          </a:p>
          <a:p>
            <a:r>
              <a:rPr lang="fr-CH" sz="1600" u="sng">
                <a:hlinkClick r:id="rId6"/>
              </a:rPr>
              <a:t>https://databank.worldbank.org/metadataglossary/world-development-indicators/series/SL.UEM.TOTL.ZS</a:t>
            </a:r>
            <a:endParaRPr lang="fr-CH" sz="1600"/>
          </a:p>
          <a:p>
            <a:r>
              <a:rPr lang="fr-CH" sz="1600" u="sng">
                <a:hlinkClick r:id="rId7"/>
              </a:rPr>
              <a:t>https://ilostat.ilo.org/methods/concepts-and-definitions/ilo-modelled-estimates/</a:t>
            </a:r>
            <a:endParaRPr lang="fr-CH" sz="1600"/>
          </a:p>
          <a:p>
            <a:r>
              <a:rPr lang="fr-CH" sz="1600" u="sng">
                <a:hlinkClick r:id="rId8"/>
              </a:rPr>
              <a:t>https://www.cato.org/human-freedom-index/2024</a:t>
            </a:r>
            <a:endParaRPr lang="fr-CH" sz="1600"/>
          </a:p>
          <a:p>
            <a:r>
              <a:rPr lang="fr-CH" sz="1600" u="sng">
                <a:hlinkClick r:id="rId9"/>
              </a:rPr>
              <a:t>https://ourworldindata.org/grapher/total-alcohol-consumption-per-capita-litres-of-pure-alcohol</a:t>
            </a:r>
            <a:endParaRPr lang="fr-CH" sz="1600"/>
          </a:p>
          <a:p>
            <a:r>
              <a:rPr lang="fr-CH" sz="1600" u="sng">
                <a:hlinkClick r:id="rId10"/>
              </a:rPr>
              <a:t>https://ourworldindata.org/grapher/gender-inequality-index-from-the-human-development-report</a:t>
            </a:r>
            <a:endParaRPr lang="fr-CH" sz="160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CD3DAE-EFAF-030C-FE14-CAC0879DE2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431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978F1F7E-27C3-49F5-AA53-0F75A8753B65}" type="datetime1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18.12.2025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6CA7574-08EE-913D-D58B-1CF3CEE6C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AEDD0-7416-4434-BD63-C2B6D92205E2}" type="slidenum">
              <a:rPr lang="fr-CH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fr-CH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138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0F100E-BB32-D188-E5D4-EE1B1D38E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98C901-6574-DB0E-16BC-765E1C87E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FB193B-FB9A-0F4F-C8DB-CE557FF05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7C36BB-D8C5-FE73-0F7B-C0B522AA7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465B20-792F-9792-D511-52498A8B4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0DA710-8D02-0951-8BA7-2ABAF7469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C892A01-686F-96D3-59F8-B84FAB8A9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6BE40664-B4C6-1F96-2B1E-89841188A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Questions ?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C62454A-F469-E98D-9C70-8D2293A03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52736752-8050-9BAC-7C21-74B926B6CC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46837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35A48A27-2CED-4BD0-A7DC-2A1042ECA743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12/18/2025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7D63C2-CEAC-B312-CC6C-D2FF4D90C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85AEDD0-7416-4434-BD63-C2B6D92205E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3513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EE89B6973F6A4C964469C64A7A48B5" ma:contentTypeVersion="3" ma:contentTypeDescription="Crée un document." ma:contentTypeScope="" ma:versionID="3d888623ea1e2a139b6f22ae40408f9a">
  <xsd:schema xmlns:xsd="http://www.w3.org/2001/XMLSchema" xmlns:xs="http://www.w3.org/2001/XMLSchema" xmlns:p="http://schemas.microsoft.com/office/2006/metadata/properties" xmlns:ns2="1f0a4bc1-cd58-4c11-ba85-c6a0d12b201d" targetNamespace="http://schemas.microsoft.com/office/2006/metadata/properties" ma:root="true" ma:fieldsID="4755f4f0288ea60b46398474e09a014a" ns2:_="">
    <xsd:import namespace="1f0a4bc1-cd58-4c11-ba85-c6a0d12b20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0a4bc1-cd58-4c11-ba85-c6a0d12b20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A710ACF-D0BA-40A0-8218-5AA7510F7897}">
  <ds:schemaRefs>
    <ds:schemaRef ds:uri="1f0a4bc1-cd58-4c11-ba85-c6a0d12b201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B55B62D-9576-4AEC-9AFF-8EA64FC8FBAA}">
  <ds:schemaRefs>
    <ds:schemaRef ds:uri="1f0a4bc1-cd58-4c11-ba85-c6a0d12b201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C4FD4F3-3DA4-4858-A051-6DE28ED4657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Thème Office</vt:lpstr>
      <vt:lpstr>World Mental Health</vt:lpstr>
      <vt:lpstr>Contexte et motivation</vt:lpstr>
      <vt:lpstr>Objectifs du projet</vt:lpstr>
      <vt:lpstr>Etat de l’art</vt:lpstr>
      <vt:lpstr>Données utilisées</vt:lpstr>
      <vt:lpstr>Structure générale</vt:lpstr>
      <vt:lpstr>Limites des données</vt:lpstr>
      <vt:lpstr>Démonstration</vt:lpstr>
      <vt:lpstr>Observations</vt:lpstr>
      <vt:lpstr>Observations - Exemple</vt:lpstr>
      <vt:lpstr>Conclusion</vt:lpstr>
      <vt:lpstr>Piste d’amélioration</vt:lpstr>
      <vt:lpstr>Références</vt:lpstr>
      <vt:lpstr>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Cerviño Milán</dc:creator>
  <cp:revision>1</cp:revision>
  <dcterms:created xsi:type="dcterms:W3CDTF">2025-12-07T21:59:53Z</dcterms:created>
  <dcterms:modified xsi:type="dcterms:W3CDTF">2025-12-19T07:13:26Z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0x010100AEEE89B6973F6A4C964469C64A7A48B5</vt:lpwstr>
  </property>
</Properties>
</file>